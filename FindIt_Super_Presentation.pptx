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F5FF"/>
                </a:solidFill>
              </a:defRPr>
            </a:pPr>
            <a:r>
              <a:t>FindIt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AB4C8"/>
                </a:solidFill>
              </a:defRPr>
            </a:pPr>
            <a:r>
              <a:t>The Next-Generation Lost and Found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Introduction &amp; Overview</a:t>
            </a:r>
          </a:p>
        </p:txBody>
      </p:sp>
      <p:pic>
        <p:nvPicPr>
          <p:cNvPr id="4" name="Picture 3" descr="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43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Target: Revolutionize how people recover lost items using a modern digital interface.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Problem: Currently, finding a lost item relies on luck, disorganized physical bins, or scattered social media posts.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Solution: A centralized, elegant Android Application that intelligently bridges the gap between those who lost items and those who found them.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Core Stack: Native Android powered by Firebase realtime architecture and Cloudinary.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 descr="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43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Frontend: Crafted with Java/Kotlin focusing on fluid UX and Material Design principles.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Backend/DB: Firebase Firestore integration for low-latency, real-time data syncing across all users.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Media Layer: Cloudinary handles high-res image uploads securely without bogging down the database.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Operations: Fully asynchronous architecture preventing UI locks and providing instantly responsive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Part 1: User &amp; Item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Authentication: Frictionless and secure user registration and login.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Comprehensive Profiling: Keep user data and contact paths cleanly organized.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Rich Item Reporting: When reporting an item, users add high-res photos, location tags, and detailed descriptors.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Status Tracking: Users can follow their reported item through a beautiful, timeline-style tracking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Part 2: Discovery &amp;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Global Feed: A unified, infinitely scrolling feed of all active items in the ecosystem.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Item Deep-Dive: Tapping an item yields a full-screen, detailed card with zoomable photos.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Smart Search: Instantly filter items by keywords (e.g., 'Keys', 'Backpack').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Categorization: Rapidly drill down by specific status (Lost/Found) or semantic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Part 3: Claims &amp; Notification</a:t>
            </a:r>
          </a:p>
        </p:txBody>
      </p:sp>
      <p:pic>
        <p:nvPicPr>
          <p:cNvPr id="4" name="Picture 3" descr="clai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441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Direct Claiming: Found your item? Initiate a direct claim seamlessly from the item's view.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Ownership Proof: Securely upload private verification images that only admins can see.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Real-time Alerts: Instant notifications when a claim state changes (Pending -&gt; Verified).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Secure Channels: The platform mediates communication, ensuring privacy and trust for both parties.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Part 4: Admin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Command Center: A dedicated dashboard giving administrators a 10,000-foot view of the platform.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Verification Hub: Admins can side-by-side compare the original listing with the claimant's proof.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One-Tap Closure: Securely finalize a case by marking the item 'RECOVERED', hiding it from the public feed.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Analytics: Exportable insights on app performance and success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5FF"/>
                </a:solidFill>
              </a:defRPr>
            </a:pPr>
            <a:r>
              <a:t>Future Roadmap</a:t>
            </a:r>
          </a:p>
        </p:txBody>
      </p:sp>
      <p:pic>
        <p:nvPicPr>
          <p:cNvPr id="4" name="Picture 3" descr="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432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AB4C8"/>
                </a:solidFill>
              </a:defRPr>
            </a:pPr>
            <a:r>
              <a:t>Push Notifications: Implement FCM for instant matching alerts and pings.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Geolocation: Integrate Google Maps API to let users browse items on an interactive map.</a:t>
            </a:r>
          </a:p>
          <a:p>
            <a:pPr>
              <a:spcBef>
                <a:spcPts val="1400"/>
              </a:spcBef>
              <a:defRPr sz="2200">
                <a:solidFill>
                  <a:srgbClr val="AAB4C8"/>
                </a:solidFill>
              </a:defRPr>
            </a:pPr>
            <a:r>
              <a:t>Encrypted Chat: A secure in-app messaging feature unlocking once an admin approves a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F5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AB4C8"/>
                </a:solidFill>
              </a:defRPr>
            </a:pPr>
            <a:r>
              <a:t>Thank You. Questions are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