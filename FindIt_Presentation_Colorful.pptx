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FindIt: Lost and Found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E6F0FF"/>
                </a:solidFill>
              </a:defRPr>
            </a:pPr>
            <a:r>
              <a:t>A Streamlined Lost and Found Management System</a:t>
            </a:r>
          </a:p>
          <a:p>
            <a:pPr>
              <a:defRPr sz="2200">
                <a:solidFill>
                  <a:srgbClr val="E6F0FF"/>
                </a:solidFill>
              </a:defRPr>
            </a:pPr>
            <a:r>
              <a:t>Connecting people with their lost belongings.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41464"/>
                </a:solidFill>
              </a:defRPr>
            </a:pPr>
            <a:r>
              <a:t>Introduction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Objective: Provide a digital platform to easily report, search for, and claim lost and found items.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Problem Solved: Traditional lost and found processes are disorganized and localized.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Solution: A centralized mobile application accessible anywhere, bringing together users who lost items with those who found them.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Core Platform: Android App powered by Firebase and Cloudinary.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41464"/>
                </a:solidFill>
              </a:defRPr>
            </a:pPr>
            <a:r>
              <a:t>System Architecture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rPr dirty="0"/>
              <a:t>Frontend: Android (Java/Kotlin) providing an intuitive native user interface.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dirty="0"/>
              <a:t>Backend/Database: Firebase </a:t>
            </a:r>
            <a:r>
              <a:rPr dirty="0" err="1"/>
              <a:t>Firestore</a:t>
            </a:r>
            <a:r>
              <a:rPr dirty="0"/>
              <a:t> for real-time, scalable data synchronization.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dirty="0"/>
              <a:t>Image Hosting: </a:t>
            </a:r>
            <a:r>
              <a:rPr dirty="0" err="1"/>
              <a:t>Cloudinary</a:t>
            </a:r>
            <a:r>
              <a:rPr dirty="0"/>
              <a:t> integration for robust handling of item images and proof of ownership.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rPr dirty="0"/>
              <a:t>Architecture: Asynchronous data layer for seamless non-blocking operations.</a:t>
            </a:r>
          </a:p>
        </p:txBody>
      </p:sp>
      <p:pic>
        <p:nvPicPr>
          <p:cNvPr id="4" name="Picture 3" descr="demo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856" y="4572000"/>
            <a:ext cx="3431144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F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41464"/>
                </a:solidFill>
              </a:defRPr>
            </a:pPr>
            <a:r>
              <a:t>Part 1: User Profile &amp; Item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Authentication: Secure user registration and login system.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Profile: Manage personal details and contact information.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Reporting: Users can report items they have lost or items they have found.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Details: Upload images (via Cloudinary), add descriptions, location details, and categorization.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Tracking: Users can track the status of the items they have reported.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41464"/>
                </a:solidFill>
              </a:defRPr>
            </a:pPr>
            <a:r>
              <a:t>Part 2: Item Viewing and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Home Feed: Centralized feed displaying all recently lost and found items.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Detailed View: Click on any item to view full descriptions, high-quality images, and context.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Search Capabilities: Search by keywords (e.g., 'iPhone', 'Keys').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Filtering: Filter listings by category, date, and status (Lost vs. Found).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41464"/>
                </a:solidFill>
              </a:defRPr>
            </a:pPr>
            <a:r>
              <a:t>Part 3: Claims and Notifications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Initiation: Users who recognize their lost item can initiate a claim directly from the item's page.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Proof of Ownership: Users upload verification images when submitting a claim.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Alerts: Users receive updates on their claim status (Pending, Verified, Rejected).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Communication: System bridges the gap between the claimant and the administration securely.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41464"/>
                </a:solidFill>
              </a:defRPr>
            </a:pPr>
            <a:r>
              <a:t>Part 4: Admin and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Admin Dashboard: Admins have a dedicated panel to oversee all platform activity.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Claim Verification: Admins review submitted claims and the attached proof of ownership images.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'Mark Recovered': Admins can finalize the process by marking an item as 'RECOVERED'.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System Reports: Generate insights on app usage, total items recovered, and active user metrics.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41464"/>
                </a:solidFill>
              </a:defRPr>
            </a:pPr>
            <a:r>
              <a:t>Future Enhancements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Implement push notifications for real-time match alerts.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Integrate location-based matching using Maps API (e.g., Google Maps).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Add an in-app messaging system for direct user-to-user communication after a claim is verified.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41464"/>
                </a:solidFill>
              </a:defRPr>
            </a:pPr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Thank You!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Questions and feedback are welcome.</a:t>
            </a:r>
          </a:p>
        </p:txBody>
      </p:sp>
      <p:pic>
        <p:nvPicPr>
          <p:cNvPr id="4" name="Picture 3" descr="demo_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14800"/>
            <a:ext cx="3431144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476</Words>
  <Application>Microsoft Office PowerPoint</Application>
  <PresentationFormat>On-screen Show (4:3)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FindIt: Lost and Found Application</vt:lpstr>
      <vt:lpstr>Introduction &amp; Overview</vt:lpstr>
      <vt:lpstr>System Architecture &amp; Technologies</vt:lpstr>
      <vt:lpstr>Part 1: User Profile &amp; Item Management</vt:lpstr>
      <vt:lpstr>Part 2: Item Viewing and Search</vt:lpstr>
      <vt:lpstr>Part 3: Claims and Notifications</vt:lpstr>
      <vt:lpstr>Part 4: Admin and Reports</vt:lpstr>
      <vt:lpstr>Future Enhancements &amp; Roadmap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chathushka sandeep</cp:lastModifiedBy>
  <cp:revision>2</cp:revision>
  <dcterms:created xsi:type="dcterms:W3CDTF">2013-01-27T09:14:16Z</dcterms:created>
  <dcterms:modified xsi:type="dcterms:W3CDTF">2026-08-08T18:40:28Z</dcterms:modified>
  <cp:category/>
</cp:coreProperties>
</file>