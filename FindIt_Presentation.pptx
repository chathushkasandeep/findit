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FindIt: Lost and Found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Streamlined Lost and Found Management System</a:t>
            </a:r>
          </a:p>
          <a:p>
            <a:r>
              <a:t>Connecting people with their lost belongings.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Provide a digital platform to easily report, search for, and claim lost and found items.</a:t>
            </a:r>
          </a:p>
          <a:p>
            <a:pPr/>
            <a:r>
              <a:t>Problem Solved: Traditional lost and found processes are disorganized and localized.</a:t>
            </a:r>
          </a:p>
          <a:p>
            <a:pPr/>
            <a:r>
              <a:t>Solution: A centralized mobile application accessible anywhere, bringing together users who lost items with those who found them.</a:t>
            </a:r>
          </a:p>
          <a:p>
            <a:pPr/>
            <a:r>
              <a:t>Core Platform: Android App powered by Firebase and Cloudinary.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Android (Java/Kotlin) providing an intuitive native user interface.</a:t>
            </a:r>
          </a:p>
          <a:p>
            <a:pPr/>
            <a:r>
              <a:t>Backend/Database: Firebase Firestore for real-time, scalable data synchronization.</a:t>
            </a:r>
          </a:p>
          <a:p>
            <a:pPr/>
            <a:r>
              <a:t>Image Hosting: Cloudinary integration for robust handling of item images and proof of ownership.</a:t>
            </a:r>
          </a:p>
          <a:p>
            <a:pPr/>
            <a:r>
              <a:t>Architecture: Asynchronous data layer for seamless non-blocking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1: User Profile &amp; Item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Authentication: Secure user registration and login system.</a:t>
            </a:r>
          </a:p>
          <a:p>
            <a:pPr/>
            <a:r>
              <a:t>Profile: Manage personal details and contact information.</a:t>
            </a:r>
          </a:p>
          <a:p>
            <a:pPr/>
            <a:r>
              <a:t>Reporting: Users can report items they have lost or items they have found.</a:t>
            </a:r>
          </a:p>
          <a:p>
            <a:pPr/>
            <a:r>
              <a:t>Details: Upload images (via Cloudinary), add descriptions, location details, and categorization.</a:t>
            </a:r>
          </a:p>
          <a:p>
            <a:pPr/>
            <a:r>
              <a:t>Tracking: Users can track the status of the items they have reported.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2: Item Viewing and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Home Feed: Centralized feed displaying all recently lost and found items.</a:t>
            </a:r>
          </a:p>
          <a:p>
            <a:pPr/>
            <a:r>
              <a:t>Detailed View: Click on any item to view full descriptions, high-quality images, and context.</a:t>
            </a:r>
          </a:p>
          <a:p>
            <a:pPr/>
            <a:r>
              <a:t>Search Capabilities: Search by keywords (e.g., 'iPhone', 'Keys').</a:t>
            </a:r>
          </a:p>
          <a:p>
            <a:pPr/>
            <a:r>
              <a:t>Filtering: Filter listings by category, date, and status (Lost vs. Found).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3: Claims and Notifications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Initiation: Users who recognize their lost item can initiate a claim directly from the item's page.</a:t>
            </a:r>
          </a:p>
          <a:p>
            <a:pPr/>
            <a:r>
              <a:t>Proof of Ownership: Users upload verification images when submitting a claim.</a:t>
            </a:r>
          </a:p>
          <a:p>
            <a:pPr/>
            <a:r>
              <a:t>Alerts: Users receive updates on their claim status (Pending, Verified, Rejected).</a:t>
            </a:r>
          </a:p>
          <a:p>
            <a:pPr/>
            <a:r>
              <a:t>Communication: System bridges the gap between the claimant and the administration securely.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4: Admin and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 Dashboard: Admins have a dedicated panel to oversee all platform activity.</a:t>
            </a:r>
          </a:p>
          <a:p>
            <a:pPr/>
            <a:r>
              <a:t>Claim Verification: Admins review submitted claims and the attached proof of ownership images.</a:t>
            </a:r>
          </a:p>
          <a:p>
            <a:pPr/>
            <a:r>
              <a:t>'Mark Recovered': Admins can finalize the process by marking an item as 'RECOVERED'.</a:t>
            </a:r>
          </a:p>
          <a:p>
            <a:pPr/>
            <a:r>
              <a:t>System Reports: Generate insights on app usage, total items recovered, and active user metrics.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 push notifications for real-time match alerts.</a:t>
            </a:r>
          </a:p>
          <a:p>
            <a:pPr/>
            <a:r>
              <a:t>Integrate location-based matching using Maps API (e.g., Google Maps).</a:t>
            </a:r>
          </a:p>
          <a:p>
            <a:pPr/>
            <a:r>
              <a:t>Add an in-app messaging system for direct user-to-user communication after a claim is verified.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You!</a:t>
            </a:r>
          </a:p>
          <a:p>
            <a:pPr/>
            <a:r>
              <a:t>Questions and feedback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